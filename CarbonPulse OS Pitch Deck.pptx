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Space Grotesk"/>
      <ns0:bold ns1:id="rIdFont20"/>
      <ns0:regular ns1:id="rIdFont21"/>
    </ns0:embeddedFont>
    <ns0:embeddedFont>
      <ns0:font typeface="Inter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87ddb620-7389-4e04-b2a5-006da6819d3a.fntdata" /><ns0:Relationship Id="rIdFont21" Type="http://schemas.openxmlformats.org/officeDocument/2006/relationships/font" Target="fonts/3fbdf65d-7c15-4628-80c5-24e96979f283.fntdata" /><ns0:Relationship Id="rIdFont22" Type="http://schemas.openxmlformats.org/officeDocument/2006/relationships/font" Target="fonts/746657e7-779a-4a6d-ac8f-982ce20796c7.fntdata" /><ns0:Relationship Id="rIdFont23" Type="http://schemas.openxmlformats.org/officeDocument/2006/relationships/font" Target="fonts/f60a54c4-cd03-4545-946c-3cf9fb0283f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626173"/>
            <a:ext cx="609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23887"/>
            <a:ext cx="2083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0B981"/>
                </a:solidFill>
                <a:latin typeface="Space Grotesk"/>
              </a:rPr>
              <a:t>LIVE MARKET TICKER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355651"/>
            <a:ext cx="1158240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b="1" sz="6000" i="0" u="none">
                <a:solidFill>
                  <a:srgbClr val="F8FAFC"/>
                </a:solidFill>
                <a:latin typeface="Space Grotesk"/>
              </a:rPr>
              <a:t>CarbonPulse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422451"/>
            <a:ext cx="771525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b="0" sz="2100" i="0" u="none">
                <a:solidFill>
                  <a:srgbClr val="94A3B8"/>
                </a:solidFill>
                <a:latin typeface="Inter"/>
              </a:rPr>
              <a:t>The world's first active enterprise carbon risk and transition intelligence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057900"/>
            <a:ext cx="3845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CodeFest Datathon 2026 • Executive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4050" y="6048375"/>
            <a:ext cx="2547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Space Grotesk"/>
              </a:rPr>
              <a:t>CONFIDENTIAL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2675" y="609600"/>
            <a:ext cx="2071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Space Grotesk"/>
              </a:rPr>
              <a:t>EU ETS: €84.50 </a:t>
            </a:r>
            <a:r>
              <a:rPr b="0" sz="1200" i="0" u="none">
                <a:solidFill>
                  <a:srgbClr val="10B981"/>
                </a:solidFill>
                <a:latin typeface="Space Grotesk"/>
              </a:rPr>
              <a:t>(+1.4%)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8625" y="609600"/>
            <a:ext cx="2071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Space Grotesk"/>
              </a:rPr>
              <a:t>CA CAT: $37.20 </a:t>
            </a:r>
            <a:r>
              <a:rPr b="0" sz="1200" i="0" u="none">
                <a:solidFill>
                  <a:srgbClr val="10B981"/>
                </a:solidFill>
                <a:latin typeface="Space Grotesk"/>
              </a:rPr>
              <a:t>(+0.8%)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4575" y="609600"/>
            <a:ext cx="2059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Space Grotesk"/>
              </a:rPr>
              <a:t>UK ETS: £52.96 </a:t>
            </a:r>
            <a:r>
              <a:rPr b="0" sz="1200" i="0" u="none">
                <a:solidFill>
                  <a:srgbClr val="10B981"/>
                </a:solidFill>
                <a:latin typeface="Space Grotesk"/>
              </a:rPr>
              <a:t>(+2.1%)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48325"/>
            <a:ext cx="10972800" cy="600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84090"/>
            <a:ext cx="345430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700" y="2484090"/>
            <a:ext cx="3454449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7950" y="2484090"/>
            <a:ext cx="345430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648325"/>
            <a:ext cx="38100" cy="6000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865090"/>
            <a:ext cx="26923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0" y="2865090"/>
            <a:ext cx="2692449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950" y="2865090"/>
            <a:ext cx="26923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59669"/>
                </a:solidFill>
                <a:latin typeface="Space Grotesk"/>
              </a:rPr>
              <a:t>THE MARKET REALITY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62025"/>
            <a:ext cx="11251406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The enterprise carbon liability crisis.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648325"/>
            <a:ext cx="113157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Unbudgeted Liability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6019800"/>
            <a:ext cx="11315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A single 15% policy surge wipes out €16.8M in unhedged utility cash 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398490"/>
            <a:ext cx="353364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$100/Ton Fines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893790"/>
            <a:ext cx="278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Statutory unhedged emission penalties.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9700" y="3398490"/>
            <a:ext cx="353384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±35% Volatility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9700" y="3893790"/>
            <a:ext cx="27876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Instant extreme weather price reactions.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8950" y="3398490"/>
            <a:ext cx="353364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Obsolete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8950" y="3893790"/>
            <a:ext cx="2787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Backward-looking annual ESG ratings.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955750" y="340042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4851" y="340042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74100" y="340042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7984" y="609600"/>
            <a:ext cx="2536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59669"/>
                </a:solidFill>
                <a:latin typeface="Space Grotesk"/>
              </a:rPr>
              <a:t>SOLUTION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1744" y="962025"/>
            <a:ext cx="808851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Three pillars of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2875" y="3400425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24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0387" y="4391025"/>
            <a:ext cx="181272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Predictive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391" y="4800600"/>
            <a:ext cx="3464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30-day allowance price forecasts.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1976" y="3400425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24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6930" y="4391025"/>
            <a:ext cx="273784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Event Shock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2523" y="4800600"/>
            <a:ext cx="3726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Real-time climate disaster detection.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1225" y="3400425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24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167" y="4391025"/>
            <a:ext cx="293786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Transition 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7725" y="4800600"/>
            <a:ext cx="3714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Plant-level fuel-switching pathways.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1905000"/>
            <a:ext cx="5257800" cy="4343400"/>
          </a:xfrm>
          <a:prstGeom prst="roundRect">
            <a:avLst>
              <a:gd name="adj" fmla="val 263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595687"/>
            <a:ext cx="2122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32186" y="3595687"/>
            <a:ext cx="14041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36380" y="3595687"/>
            <a:ext cx="17310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110037"/>
            <a:ext cx="2122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32186" y="4110037"/>
            <a:ext cx="14041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36380" y="4110037"/>
            <a:ext cx="17310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624387"/>
            <a:ext cx="2122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32186" y="4624387"/>
            <a:ext cx="14041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6380" y="4624387"/>
            <a:ext cx="17310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9600" y="3124200"/>
          <a:ext cx="5257798" cy="20193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22586"/>
                <a:gridCol w="1404193"/>
                <a:gridCol w="1731019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Space Grotesk"/>
                        </a:rPr>
                        <a:t>Market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Space Grotesk"/>
                        </a:rPr>
                        <a:t>ML (MAPE)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Space Grotesk"/>
                        </a:rPr>
                        <a:t>ARIMA (MAPE)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California (USD)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3.82%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Inter"/>
                        </a:rPr>
                        <a:t>2.92% (Win)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EU ETS (EUR)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2.55%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Inter"/>
                        </a:rPr>
                        <a:t>2.22% (Win)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China ETS (CNY)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3.28%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Inter"/>
                        </a:rPr>
                        <a:t>2.19% (Win)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59669"/>
                </a:solidFill>
                <a:latin typeface="Space Grotesk"/>
              </a:rPr>
              <a:t>CORE TECHNOLOGY: PILLAR 1 &amp;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9620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Coupled econometrics and physical chemistry.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667000"/>
            <a:ext cx="69008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30-Day Price Forecaster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295900"/>
            <a:ext cx="6572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*ARIMA prevents cumulative lag drift. Overall average 2.64% MAPE.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513" y="2957512"/>
            <a:ext cx="378797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94A3B8"/>
                </a:solidFill>
                <a:latin typeface="Inter"/>
              </a:rPr>
              <a:t>Stoichiometric Model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8062" y="3490912"/>
            <a:ext cx="3190875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10B981"/>
                </a:solidFill>
                <a:latin typeface="Space Grotesk"/>
              </a:rPr>
              <a:t>0.945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2578" y="4633912"/>
            <a:ext cx="33218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8FAFC"/>
                </a:solidFill>
                <a:latin typeface="Space Grotesk"/>
              </a:rPr>
              <a:t>Random Forest R²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5005387"/>
            <a:ext cx="5048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Predicting per-capita emissions directly from fuel ratios.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4714875"/>
            <a:ext cx="7620000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33500" y="2733675"/>
            <a:ext cx="4533900" cy="15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24600" y="2733675"/>
            <a:ext cx="4533900" cy="15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33500" y="2733675"/>
            <a:ext cx="4533900" cy="190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2733675"/>
            <a:ext cx="4533900" cy="190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3950" y="1190625"/>
            <a:ext cx="2905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59669"/>
                </a:solidFill>
                <a:latin typeface="Space Grotesk"/>
              </a:rPr>
              <a:t>CORE TECHNOLOGY: PILLAR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628" y="1543050"/>
            <a:ext cx="9938742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Null hypothesis officially rejected.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2100" y="4943475"/>
            <a:ext cx="9067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Inter"/>
              </a:rPr>
              <a:t>Real-world climate disasters and forward policy countdowns deliver statistically significant predictive lift across </a:t>
            </a:r>
            <a:r>
              <a:rPr b="1" sz="1650" i="0" u="none">
                <a:solidFill>
                  <a:srgbClr val="0F172A"/>
                </a:solidFill>
                <a:latin typeface="Inter"/>
              </a:rPr>
              <a:t>all 5 global markets</a:t>
            </a:r>
            <a:r>
              <a:rPr b="0" sz="1650" i="0" u="none">
                <a:solidFill>
                  <a:srgbClr val="0F172A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2981325"/>
            <a:ext cx="566737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Space Grotesk"/>
              </a:rPr>
              <a:t>+15.2%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3743325"/>
            <a:ext cx="566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CAR Surge: Fit-for-55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67175"/>
            <a:ext cx="5667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Statutory EU cap tightening combined with European floods.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2981325"/>
            <a:ext cx="566737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Space Grotesk"/>
              </a:rPr>
              <a:t>+11.4%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3743325"/>
            <a:ext cx="566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CAR Surge: Fukushima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4067175"/>
            <a:ext cx="5667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Emergency fossil fuel demand following nuclear shutdown.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09837"/>
            <a:ext cx="3505200" cy="3133576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47057"/>
            <a:ext cx="3505200" cy="2859285"/>
          </a:xfrm>
          <a:prstGeom prst="roundRect">
            <a:avLst>
              <a:gd name="adj" fmla="val 39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09837"/>
            <a:ext cx="3505200" cy="3133576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24162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61382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824162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59669"/>
                </a:solidFill>
                <a:latin typeface="Space Grotesk"/>
              </a:rPr>
              <a:t>MACRO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620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K-Means country archetypes (2026–2030).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81362"/>
            <a:ext cx="377547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Clean Leaders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418582"/>
            <a:ext cx="377547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Moderate Transition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281362"/>
            <a:ext cx="377547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Fossil Dependent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729037"/>
            <a:ext cx="2971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13 Nations: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Decoupled economic growth.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391917"/>
            <a:ext cx="3595687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Metric: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Negative emissions CAGR.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780508"/>
            <a:ext cx="2971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Status: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Outpacing Net-Zero targets.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866257"/>
            <a:ext cx="3595687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18 Nations: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Steady clean additions.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4254847"/>
            <a:ext cx="3595687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Metric: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-2.0% annual CAGR offset.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4643437"/>
            <a:ext cx="2971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Status: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Vulnerable to policy cap squeezes.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729037"/>
            <a:ext cx="2971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19 Nations: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Coal and gas dominance.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4391917"/>
            <a:ext cx="3595687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Metric: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+1.5% annual CAGR.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1525" y="4780508"/>
            <a:ext cx="29718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Status: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Massive border tax penalties.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09750" y="1905000"/>
            <a:ext cx="8572500" cy="942975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09750" y="3076575"/>
            <a:ext cx="8572500" cy="942975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09750" y="4248150"/>
            <a:ext cx="8572500" cy="942975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9750" y="5419725"/>
            <a:ext cx="8572500" cy="942975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59669"/>
                </a:solidFill>
                <a:latin typeface="Space Grotesk"/>
              </a:rPr>
              <a:t>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4-tier scalable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4550" y="2185987"/>
            <a:ext cx="61912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9669"/>
                </a:solidFill>
                <a:latin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4550" y="3357562"/>
            <a:ext cx="666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9669"/>
                </a:solidFill>
                <a:latin typeface="Space Grotes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4550" y="4529137"/>
            <a:ext cx="6667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9669"/>
                </a:solidFill>
                <a:latin typeface="Space Grotesk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4550" y="5700712"/>
            <a:ext cx="67627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9669"/>
                </a:solidFill>
                <a:latin typeface="Space Grotesk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725" y="2133600"/>
            <a:ext cx="55006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Real-Time Ingestion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2725" y="2419350"/>
            <a:ext cx="5238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Exchange feeds, NOAA APIs, and treaty databases.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0350" y="3305175"/>
            <a:ext cx="62757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Harmonization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0350" y="3590925"/>
            <a:ext cx="5976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Weekend calendar smoothing and shock decay weighting.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0350" y="4476750"/>
            <a:ext cx="568821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Core AI Analytics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0350" y="4762500"/>
            <a:ext cx="5417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ARIMA forecaster and stoichiometric Random Forest.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9875" y="5648325"/>
            <a:ext cx="526315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Enterprise Delivery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9875" y="5934075"/>
            <a:ext cx="5012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Bloomberg API gateway and live web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905000"/>
            <a:ext cx="5257800" cy="434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14525"/>
            <a:ext cx="5238750" cy="432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00325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429000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257675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086350"/>
            <a:ext cx="2571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7453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0B981"/>
                </a:solidFill>
                <a:latin typeface="Space Grotesk"/>
              </a:rPr>
              <a:t>PLATFORM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62025"/>
            <a:ext cx="7825978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8FAFC"/>
                </a:solidFill>
                <a:latin typeface="Space Grotesk"/>
              </a:rPr>
              <a:t>Executive intelligence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571750"/>
            <a:ext cx="378797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Inter"/>
              </a:rPr>
              <a:t>Interactive Forecasts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895600"/>
            <a:ext cx="3607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30-day dynamic confidence bands.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400425"/>
            <a:ext cx="421302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Inter"/>
              </a:rPr>
              <a:t>Real-Time Shock Injector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724275"/>
            <a:ext cx="4012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Test policy surge vulnerability instantly.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229100"/>
            <a:ext cx="358794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Inter"/>
              </a:rPr>
              <a:t>Stoichiometric Sliders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4552950"/>
            <a:ext cx="3417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Plant-level fuel transition models.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5057775"/>
            <a:ext cx="376297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Inter"/>
              </a:rPr>
              <a:t>1-Click TCFD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5381625"/>
            <a:ext cx="3583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Automated Scope 1 liability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129087"/>
            <a:ext cx="3639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49042" y="4129087"/>
            <a:ext cx="4576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25507" y="4129087"/>
            <a:ext cx="27568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643437"/>
            <a:ext cx="3639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49042" y="4643437"/>
            <a:ext cx="4576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25507" y="4643437"/>
            <a:ext cx="27568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157787"/>
            <a:ext cx="3639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49042" y="5157787"/>
            <a:ext cx="45764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5507" y="5157787"/>
            <a:ext cx="27568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9600" y="3657600"/>
          <a:ext cx="10972798" cy="20193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39442"/>
                <a:gridCol w="4576464"/>
                <a:gridCol w="2756892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Space Grotesk"/>
                        </a:rPr>
                        <a:t>Customer Segment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Space Grotesk"/>
                        </a:rPr>
                        <a:t>Core Pain 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Space Grotesk"/>
                        </a:rPr>
                        <a:t>Willingness to Pay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Industrial Emitter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Surprise statutory cash fines.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$90,000 / year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Commodity Trading Desk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Missing alpha from shock events.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$216,000 / year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ESG Asset 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Regulatory non-compliance risks.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Inter"/>
                        </a:rPr>
                        <a:t>$90,000 / year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59669"/>
                </a:solidFill>
                <a:latin typeface="Space Grotesk"/>
              </a:rPr>
              <a:t>MARKET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9620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A $3.4B global intelligence market.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905000"/>
            <a:ext cx="2536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Total Addressable (TAM)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200275"/>
            <a:ext cx="2536031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0F172A"/>
                </a:solidFill>
                <a:latin typeface="Space Grotesk"/>
              </a:rPr>
              <a:t>$3.4B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3037" y="1905000"/>
            <a:ext cx="2226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Serviceable (SAM)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3037" y="2200275"/>
            <a:ext cx="2226468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0F172A"/>
                </a:solidFill>
                <a:latin typeface="Space Grotesk"/>
              </a:rPr>
              <a:t>$850M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8825" y="1905000"/>
            <a:ext cx="24169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Obtainable (SOM)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8825" y="2200275"/>
            <a:ext cx="2416968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059669"/>
                </a:solidFill>
                <a:latin typeface="Space Grotesk"/>
              </a:rPr>
              <a:t>$42.5M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33600"/>
            <a:ext cx="3454300" cy="35814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2133600"/>
            <a:ext cx="3454449" cy="3581400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2133600"/>
            <a:ext cx="3454300" cy="3581400"/>
          </a:xfrm>
          <a:prstGeom prst="roundRect">
            <a:avLst>
              <a:gd name="adj" fmla="val 330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705475"/>
            <a:ext cx="345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133600"/>
            <a:ext cx="345430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133600"/>
            <a:ext cx="9525" cy="3581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4375" y="2133600"/>
            <a:ext cx="9525" cy="3581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700" y="5705475"/>
            <a:ext cx="3454449" cy="95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8700" y="2133600"/>
            <a:ext cx="3454449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700" y="2133600"/>
            <a:ext cx="9525" cy="3581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3625" y="2133600"/>
            <a:ext cx="9525" cy="3581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7950" y="2133600"/>
            <a:ext cx="34543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467100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771900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076700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25" y="3467100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25" y="3771900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025" y="4076700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750" y="3467100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750" y="3771900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750" y="4076700"/>
            <a:ext cx="13335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59669"/>
                </a:solidFill>
                <a:latin typeface="Space Grotesk"/>
              </a:rPr>
              <a:t>UNIT ECONOMICS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1190625"/>
            <a:ext cx="7563445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High-margin SaaS architecture.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381000" y="6019800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Year 3 Target: $18.2M ARR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3175" y="962025"/>
            <a:ext cx="14192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475569"/>
                </a:solidFill>
                <a:latin typeface="Space Grotesk"/>
              </a:rPr>
              <a:t>LTV:CAC 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3175" y="1219200"/>
            <a:ext cx="141922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b="1" sz="3600" i="0" u="none">
                <a:solidFill>
                  <a:srgbClr val="059669"/>
                </a:solidFill>
                <a:latin typeface="Space Grotesk"/>
              </a:rPr>
              <a:t>5.0x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2476500"/>
            <a:ext cx="370866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Growth Emitter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" y="2847975"/>
            <a:ext cx="3532063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$30k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/ year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3025" y="2476500"/>
            <a:ext cx="370886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Enterprise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3025" y="2847975"/>
            <a:ext cx="353224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$90k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/ year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2750" y="2476500"/>
            <a:ext cx="373366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Space Grotesk"/>
              </a:rPr>
              <a:t>Trading Desk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750" y="2847975"/>
            <a:ext cx="355587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Inter"/>
              </a:rPr>
              <a:t>$216k 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/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925" y="3448050"/>
            <a:ext cx="3532063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1 Carbon Market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925" y="3752850"/>
            <a:ext cx="3532063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30-day ARIMA forecast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925" y="4057650"/>
            <a:ext cx="3532063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Monthly TCFD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3025" y="3448050"/>
            <a:ext cx="353224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All 5 Global Markets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3025" y="3752850"/>
            <a:ext cx="353224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Real-time Shock Radar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3025" y="4057650"/>
            <a:ext cx="3532249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1-click audit exports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750" y="3448050"/>
            <a:ext cx="3555875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Sub-second API access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2750" y="3752850"/>
            <a:ext cx="3555875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Direct Bloomberg feed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2750" y="4057650"/>
            <a:ext cx="3555875" cy="1905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Custom event backtests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76487"/>
            <a:ext cx="4122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32585" y="2376487"/>
            <a:ext cx="25296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62217" y="2376487"/>
            <a:ext cx="2283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45389" y="2376487"/>
            <a:ext cx="2037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753100"/>
            <a:ext cx="537210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5753100"/>
            <a:ext cx="537210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143696"/>
            <a:ext cx="4122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32585" y="3143696"/>
            <a:ext cx="25296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2217" y="3143696"/>
            <a:ext cx="2283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45389" y="3143696"/>
            <a:ext cx="2037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910905"/>
            <a:ext cx="4122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2585" y="3910905"/>
            <a:ext cx="25296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2217" y="3910905"/>
            <a:ext cx="2283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45389" y="3910905"/>
            <a:ext cx="2037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678114"/>
            <a:ext cx="4122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585" y="4678114"/>
            <a:ext cx="25296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2217" y="4678114"/>
            <a:ext cx="2283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45389" y="4678114"/>
            <a:ext cx="20370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85" y="4222998"/>
            <a:ext cx="17145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989" y="4222998"/>
            <a:ext cx="123825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817" y="4222998"/>
            <a:ext cx="12382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989" y="4989314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989" y="2688580"/>
            <a:ext cx="123825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817" y="4989314"/>
            <a:ext cx="123825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817" y="2688580"/>
            <a:ext cx="123825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85" y="2688580"/>
            <a:ext cx="171450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85" y="3455789"/>
            <a:ext cx="17145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3989" y="3455789"/>
            <a:ext cx="123825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817" y="3455789"/>
            <a:ext cx="123825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85" y="4989314"/>
            <a:ext cx="17145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85" y="2688580"/>
            <a:ext cx="17145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817" y="2688580"/>
            <a:ext cx="123825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989" y="2688580"/>
            <a:ext cx="123825" cy="1714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85" y="3455789"/>
            <a:ext cx="171450" cy="1714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817" y="3455789"/>
            <a:ext cx="123825" cy="1714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3989" y="3455789"/>
            <a:ext cx="123825" cy="1714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85" y="4222998"/>
            <a:ext cx="171450" cy="1714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817" y="4222998"/>
            <a:ext cx="123825" cy="1714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989" y="4222998"/>
            <a:ext cx="123825" cy="1714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85" y="4989314"/>
            <a:ext cx="171450" cy="1714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817" y="4989314"/>
            <a:ext cx="123825" cy="1714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989" y="4989314"/>
            <a:ext cx="171450" cy="171450"/>
          </a:xfrm>
          <a:prstGeom prst="rect">
            <a:avLst/>
          </a:prstGeom>
        </p:spPr>
      </p:pic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09600" y="1905000"/>
          <a:ext cx="10972798" cy="35433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122985"/>
                <a:gridCol w="2529631"/>
                <a:gridCol w="2283172"/>
                <a:gridCol w="2037010"/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Space Grotesk"/>
                        </a:rPr>
                        <a:t>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59669"/>
                          </a:solidFill>
                          <a:latin typeface="Space Grotesk"/>
                        </a:rPr>
                        <a:t>CarbonPulse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Space Grotesk"/>
                        </a:rPr>
                        <a:t>Bloomberg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Space Grotesk"/>
                        </a:rPr>
                        <a:t>MSCI ESG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30-Day Price Forecast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Real-Time Shock Radar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Stoichiometric Physics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Transition Simulations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596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anchor="ctr" marL="2857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59669"/>
                </a:solidFill>
                <a:latin typeface="Space Grotesk"/>
              </a:rPr>
              <a:t>THE UNFAIR ADVANTAGE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962025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Active prediction versus static reporting.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5905500"/>
            <a:ext cx="6143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Moat 1: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Proprietary event-decay dataset mapped to trading hours.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8900" y="5905500"/>
            <a:ext cx="57531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Moat 2: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Statistically proven directional lift ($H_0$ rejection).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756695"/>
            <a:ext cx="4572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112" y="5271045"/>
            <a:ext cx="171450" cy="19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187" y="5271045"/>
            <a:ext cx="19050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81437" y="1367879"/>
            <a:ext cx="44291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10B981"/>
                </a:solidFill>
                <a:latin typeface="Space Grotesk"/>
              </a:rPr>
              <a:t>THE $5 TRILLION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296" y="1967954"/>
            <a:ext cx="11251406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Those who manage carbon risk will lead the century.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6468" y="3613695"/>
            <a:ext cx="77390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Empirically proven econometrics. A live functioning MVP. </a:t>
            </a:r>
            <a:r>
              <a:t>
</a:t>
            </a:r>
            <a:r>
              <a:rPr b="0" sz="1800" i="0" u="none">
                <a:solidFill>
                  <a:srgbClr val="94A3B8"/>
                </a:solidFill>
                <a:latin typeface="Inter"/>
              </a:rPr>
              <a:t> An $850M addressable market ready for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971" y="5242470"/>
            <a:ext cx="26789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Space Grotesk"/>
              </a:rPr>
              <a:t>100% Tested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5242470"/>
            <a:ext cx="2333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Space Grotesk"/>
              </a:rPr>
              <a:t>Live: localhost:8080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https://images.ui8.net/cdn-cgi/image/width=1520,quality=85,format=auto,fit=scale-down,onerror=redirect/uploads/whats-inside_1777901205395.png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13716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ui8.net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